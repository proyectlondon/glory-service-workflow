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ero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040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tmp/glory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85068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7950" y="1902619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74320" y="2194620"/>
            <a:ext cx="8595211" cy="55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Glory Service Workflow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3249335" y="2839641"/>
            <a:ext cx="2645331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Instructivo de Uso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09549" y="3376166"/>
            <a:ext cx="5524753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2400"/>
              </a:spcAft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Guía completa para la gestión eficiente de flujos de trabajo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191000" y="3929955"/>
            <a:ext cx="762000" cy="25301"/>
          </a:xfrm>
          <a:prstGeom prst="roundRect">
            <a:avLst>
              <a:gd name="adj" fmla="val 5019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813685" y="4158407"/>
            <a:ext cx="151663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2024 · Versión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551724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¿Qué es Glory Service Workflow?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14102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3001" y="888802"/>
            <a:ext cx="4568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Plataforma de Gestión de Flujos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3001" y="1193602"/>
            <a:ext cx="436054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Aplicación web para gestionar y automatizar flujos de trabajo entre áreas.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866305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3001" y="1841004"/>
            <a:ext cx="4568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Colaboración Multi-Área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3001" y="2145804"/>
            <a:ext cx="436054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Coordinación entre Dispatcher, Ejecutivo, Contador, Soporte y Supply Chain.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818507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2793206"/>
            <a:ext cx="456819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Formatos Personalizables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001" y="3098006"/>
            <a:ext cx="436054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Cargue documentos Word o cree formatos desde cero.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051" y="1140768"/>
            <a:ext cx="3048000" cy="1089422"/>
          </a:xfrm>
          <a:prstGeom prst="roundRect">
            <a:avLst>
              <a:gd name="adj" fmla="val 1165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52864" y="1140768"/>
            <a:ext cx="0" cy="108942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9827" y="1343918"/>
            <a:ext cx="3579822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spcAft>
                <a:spcPts val="300"/>
              </a:spcAft>
              <a:buNone/>
            </a:pPr>
            <a:r>
              <a:rPr lang="en-US" sz="3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279827" y="1813768"/>
            <a:ext cx="306100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Áreas integradas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051" y="2357140"/>
            <a:ext cx="3048000" cy="1089422"/>
          </a:xfrm>
          <a:prstGeom prst="roundRect">
            <a:avLst>
              <a:gd name="adj" fmla="val 1165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52864" y="2357140"/>
            <a:ext cx="0" cy="108942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9827" y="2560290"/>
            <a:ext cx="3579822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spcAft>
                <a:spcPts val="300"/>
              </a:spcAft>
              <a:buNone/>
            </a:pPr>
            <a:r>
              <a:rPr lang="en-US" sz="3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279827" y="3030141"/>
            <a:ext cx="321665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Digitalización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051" y="3573512"/>
            <a:ext cx="3048000" cy="1089422"/>
          </a:xfrm>
          <a:prstGeom prst="roundRect">
            <a:avLst>
              <a:gd name="adj" fmla="val 1165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52864" y="3573512"/>
            <a:ext cx="0" cy="108942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9827" y="3776662"/>
            <a:ext cx="3372296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spcAft>
                <a:spcPts val="300"/>
              </a:spcAft>
              <a:buNone/>
            </a:pPr>
            <a:r>
              <a:rPr lang="en-US" sz="3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 Vivo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279827" y="4246513"/>
            <a:ext cx="306100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Notificaciones al instante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651"/>
            <a:ext cx="86360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Cómo Iniciar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158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67383"/>
            <a:ext cx="8128099" cy="999827"/>
          </a:xfrm>
          <a:prstGeom prst="roundRect">
            <a:avLst>
              <a:gd name="adj" fmla="val 1016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18005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846" y="1281559"/>
            <a:ext cx="164512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55378" y="1180058"/>
            <a:ext cx="7718971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Abrir la Aplicación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378" y="1507034"/>
            <a:ext cx="7718971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Acceda desde su navegador web. Se mostrará la Landing Page.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2119610"/>
            <a:ext cx="8128099" cy="999827"/>
          </a:xfrm>
          <a:prstGeom prst="roundRect">
            <a:avLst>
              <a:gd name="adj" fmla="val 1016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376" y="233228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846" y="2433786"/>
            <a:ext cx="164512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5378" y="2332286"/>
            <a:ext cx="7718971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Revisar la Landing Page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5378" y="2659261"/>
            <a:ext cx="7718971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Explore las funcionalidades principales de la plataforma.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50" y="3271838"/>
            <a:ext cx="8128099" cy="999827"/>
          </a:xfrm>
          <a:prstGeom prst="roundRect">
            <a:avLst>
              <a:gd name="adj" fmla="val 1016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376" y="348451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846" y="3586014"/>
            <a:ext cx="164512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55378" y="3484513"/>
            <a:ext cx="7718971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Clic en "Comenzar Ahora"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5378" y="3811488"/>
            <a:ext cx="7718971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Acceda al Dashboard para gestionar sus flujos de trabajo.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418058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Crear un Flujo de Trabajo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12689"/>
            <a:ext cx="3657600" cy="2752874"/>
          </a:xfrm>
          <a:prstGeom prst="roundRect">
            <a:avLst>
              <a:gd name="adj" fmla="val 461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4246513"/>
            <a:ext cx="36576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741289"/>
            <a:ext cx="3904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OPCIÓN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007989"/>
            <a:ext cx="3520440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Cargar Documento Word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6550" y="2406551"/>
            <a:ext cx="3200400" cy="11308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Presione "Subir Documento"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Seleccione un archivo .docx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Sistema extrae campos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Edite los campos detectados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550" y="3600301"/>
            <a:ext cx="3200400" cy="398562"/>
          </a:xfrm>
          <a:prstGeom prst="roundRect">
            <a:avLst>
              <a:gd name="adj" fmla="val 19119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3701802"/>
            <a:ext cx="341680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Ideal para migrar formatos existentes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68701" y="1512689"/>
            <a:ext cx="3657600" cy="2752874"/>
          </a:xfrm>
          <a:prstGeom prst="roundRect">
            <a:avLst>
              <a:gd name="adj" fmla="val 461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68701" y="4246513"/>
            <a:ext cx="36576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7301" y="1741289"/>
            <a:ext cx="3904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OPCIÓN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7301" y="2007989"/>
            <a:ext cx="3840480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Crear Manualmente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7301" y="2406551"/>
            <a:ext cx="3200400" cy="11308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Presione "Crear Formato"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Defina nombre del flujo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Agregue campos uno a uno</a:t>
            </a:r>
            <a:endParaRPr lang="en-US" sz="1300" dirty="0"/>
          </a:p>
          <a:p>
            <a:pPr algn="l" marL="101600" indent="-1016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Configure tipos y reglas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7301" y="3600301"/>
            <a:ext cx="3200400" cy="398562"/>
          </a:xfrm>
          <a:prstGeom prst="roundRect">
            <a:avLst>
              <a:gd name="adj" fmla="val 19119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9701" y="3701802"/>
            <a:ext cx="341680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Ideal para procesos desde cero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455916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Editar Campos del Formato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38051"/>
            <a:ext cx="86360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Gestione los campos del formato. Cada campo define la información que cada área completa.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170533"/>
            <a:ext cx="2311301" cy="1161752"/>
          </a:xfrm>
          <a:prstGeom prst="roundRect">
            <a:avLst>
              <a:gd name="adj" fmla="val 10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189583"/>
            <a:ext cx="2311301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386334"/>
            <a:ext cx="24253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Agregar Campos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651" y="1697385"/>
            <a:ext cx="20536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Clic en "Agregar Campo", seleccione tipo y nombre.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0752" y="1170533"/>
            <a:ext cx="2311301" cy="1161752"/>
          </a:xfrm>
          <a:prstGeom prst="roundRect">
            <a:avLst>
              <a:gd name="adj" fmla="val 10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920752" y="1189583"/>
            <a:ext cx="2311301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8453" y="1386334"/>
            <a:ext cx="230796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Editar / Eliminar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98453" y="1697385"/>
            <a:ext cx="20536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Use botones de acción para modificar o eliminar.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3554" y="1170533"/>
            <a:ext cx="2311301" cy="1161752"/>
          </a:xfrm>
          <a:prstGeom prst="roundRect">
            <a:avLst>
              <a:gd name="adj" fmla="val 10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33554" y="1189583"/>
            <a:ext cx="2311301" cy="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1254" y="1386334"/>
            <a:ext cx="254266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Reordenar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11254" y="1697385"/>
            <a:ext cx="20536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Arrastre y suelte para cambiar el orden.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2459087"/>
            <a:ext cx="86360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Tipos de campo disponibles: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950" y="2811363"/>
            <a:ext cx="658862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350" y="2874764"/>
            <a:ext cx="46028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Texto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8313" y="2811363"/>
            <a:ext cx="854422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20713" y="2874764"/>
            <a:ext cx="71450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Número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24236" y="2811363"/>
            <a:ext cx="691307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76636" y="2874764"/>
            <a:ext cx="5024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Fecha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044" y="2811363"/>
            <a:ext cx="933004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9444" y="2874764"/>
            <a:ext cx="8166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Selección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51548" y="2811363"/>
            <a:ext cx="956221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03948" y="2874764"/>
            <a:ext cx="84684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Checkbox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9270" y="2811363"/>
            <a:ext cx="1078409" cy="317302"/>
          </a:xfrm>
          <a:prstGeom prst="roundRect">
            <a:avLst>
              <a:gd name="adj" fmla="val 24015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61670" y="2874764"/>
            <a:ext cx="95927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Texto Largo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332407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Avanzar entre Áreas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3901" y="2132707"/>
            <a:ext cx="863600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Cada flujo avanza secuencialmente por 5 áreas. Al avanzar, la siguiente recibe notificación.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3901" y="2406997"/>
            <a:ext cx="1524000" cy="368201"/>
          </a:xfrm>
          <a:prstGeom prst="roundRect">
            <a:avLst>
              <a:gd name="adj" fmla="val 2069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951" y="2495848"/>
            <a:ext cx="17638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Dispatcher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03202" y="2578447"/>
            <a:ext cx="126950" cy="25301"/>
          </a:xfrm>
          <a:prstGeom prst="rect">
            <a:avLst/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55453" y="2406997"/>
            <a:ext cx="1524000" cy="368201"/>
          </a:xfrm>
          <a:prstGeom prst="roundRect">
            <a:avLst>
              <a:gd name="adj" fmla="val 20695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78178" y="2495848"/>
            <a:ext cx="167854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Ejecutivo de Servicio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4754" y="2578447"/>
            <a:ext cx="126950" cy="25301"/>
          </a:xfrm>
          <a:prstGeom prst="rect">
            <a:avLst/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005" y="2406997"/>
            <a:ext cx="1524000" cy="368201"/>
          </a:xfrm>
          <a:prstGeom prst="roundRect">
            <a:avLst>
              <a:gd name="adj" fmla="val 2069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4380" y="2495848"/>
            <a:ext cx="184924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Contador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06305" y="2578447"/>
            <a:ext cx="126950" cy="25301"/>
          </a:xfrm>
          <a:prstGeom prst="rect">
            <a:avLst/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58557" y="2406997"/>
            <a:ext cx="1524000" cy="368201"/>
          </a:xfrm>
          <a:prstGeom prst="roundRect">
            <a:avLst>
              <a:gd name="adj" fmla="val 20695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95932" y="2495848"/>
            <a:ext cx="184924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Soporte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7857" y="2578447"/>
            <a:ext cx="126950" cy="25301"/>
          </a:xfrm>
          <a:prstGeom prst="rect">
            <a:avLst/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60109" y="2406997"/>
            <a:ext cx="1524000" cy="368201"/>
          </a:xfrm>
          <a:prstGeom prst="roundRect">
            <a:avLst>
              <a:gd name="adj" fmla="val 20695"/>
            </a:avLst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0159" y="2495848"/>
            <a:ext cx="17638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3901" y="2851398"/>
            <a:ext cx="2539901" cy="870347"/>
          </a:xfrm>
          <a:prstGeom prst="roundRect">
            <a:avLst>
              <a:gd name="adj" fmla="val 116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0851" y="297834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1104" y="3043386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453" y="2978348"/>
            <a:ext cx="218819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Completar Campos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453" y="3203674"/>
            <a:ext cx="194711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Llene todos los campos del área actual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95302" y="2851398"/>
            <a:ext cx="2539901" cy="870347"/>
          </a:xfrm>
          <a:prstGeom prst="roundRect">
            <a:avLst>
              <a:gd name="adj" fmla="val 116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22253" y="297834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42506" y="3043386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3854" y="2978348"/>
            <a:ext cx="218819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Guardar Cambios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3854" y="3203674"/>
            <a:ext cx="194711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Presione "Guardar" para no perder progreso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6704" y="2851398"/>
            <a:ext cx="2539901" cy="870347"/>
          </a:xfrm>
          <a:prstGeom prst="roundRect">
            <a:avLst>
              <a:gd name="adj" fmla="val 116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63654" y="297834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83907" y="3043386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5256" y="2978348"/>
            <a:ext cx="229945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Avanzar Flujo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5256" y="3203674"/>
            <a:ext cx="194711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Presione "Avanzar" para enviar al siguiente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6360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Completar y Descargar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26281"/>
            <a:ext cx="507950" cy="381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942082"/>
            <a:ext cx="50750" cy="558701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916781"/>
            <a:ext cx="39395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Marcar como Completado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651" y="1202531"/>
            <a:ext cx="37604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 finalizar Supply Chain, marque el flujo como completado.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837432"/>
            <a:ext cx="50750" cy="558701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812131"/>
            <a:ext cx="39395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Descargar Documento Word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651" y="2097881"/>
            <a:ext cx="37604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Genere el .docx con toda la información consolidada.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732782"/>
            <a:ext cx="50750" cy="558701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707481"/>
            <a:ext cx="39395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Historial y Registro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651" y="2993231"/>
            <a:ext cx="37604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Queda registrado con fecha, participantes y estado.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0952" y="916781"/>
            <a:ext cx="3048000" cy="3972818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9402" y="2074515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06839" y="2264866"/>
            <a:ext cx="359093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59287" y="2912566"/>
            <a:ext cx="2171331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Flujo Completado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21349" y="3274516"/>
            <a:ext cx="26472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Descargue su documento Word final con todos los datos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390487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Panel de Notificaciones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38051"/>
            <a:ext cx="86360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Notificaciones en tiempo real para mantener informados a todos los participantes.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195983"/>
            <a:ext cx="2311301" cy="1910953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9050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701" y="1392734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4777" y="1507034"/>
            <a:ext cx="222885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701" y="1925985"/>
            <a:ext cx="237807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Asignación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701" y="2224385"/>
            <a:ext cx="201368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Notificación cuando un flujo es asignado a un área.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0752" y="1195983"/>
            <a:ext cx="2311301" cy="1910953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9050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17503" y="1392734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1803" y="1507034"/>
            <a:ext cx="26409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7503" y="1925985"/>
            <a:ext cx="237807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Avance de Área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17503" y="2224385"/>
            <a:ext cx="201368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Alerta cuando avanza a la siguiente área.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3554" y="1195983"/>
            <a:ext cx="2311301" cy="1910953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9050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30304" y="1392734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60380" y="1507034"/>
            <a:ext cx="222885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0304" y="1925985"/>
            <a:ext cx="237807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0304" y="2224385"/>
            <a:ext cx="201368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Aviso cuando está listo para descarga.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3233886"/>
            <a:ext cx="8128099" cy="467171"/>
          </a:xfrm>
          <a:prstGeom prst="roundRect">
            <a:avLst>
              <a:gd name="adj" fmla="val 217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1101" y="341664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9552" y="3360837"/>
            <a:ext cx="677255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 actualizan automáticamente. Revise el panel de campana para alertas pendientes.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50750" cy="3555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1101" y="180975"/>
            <a:ext cx="335105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Dashboard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38051"/>
            <a:ext cx="86360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 centro de control. Visualice flujos activos, completados y pendientes.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195983"/>
            <a:ext cx="1777901" cy="1035993"/>
          </a:xfrm>
          <a:prstGeom prst="roundRect">
            <a:avLst>
              <a:gd name="adj" fmla="val 12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0220" y="1373684"/>
            <a:ext cx="2173361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73216" y="1856184"/>
            <a:ext cx="2047369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12802" y="1195983"/>
            <a:ext cx="1777901" cy="1035993"/>
          </a:xfrm>
          <a:prstGeom prst="roundRect">
            <a:avLst>
              <a:gd name="adj" fmla="val 12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15071" y="1373684"/>
            <a:ext cx="2173361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25314" y="1856184"/>
            <a:ext cx="1952875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7653" y="1195983"/>
            <a:ext cx="1777901" cy="1035993"/>
          </a:xfrm>
          <a:prstGeom prst="roundRect">
            <a:avLst>
              <a:gd name="adj" fmla="val 12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19923" y="1373684"/>
            <a:ext cx="2173361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230166" y="1856184"/>
            <a:ext cx="1952875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Pendientes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2504" y="1195983"/>
            <a:ext cx="1777901" cy="1035993"/>
          </a:xfrm>
          <a:prstGeom prst="roundRect">
            <a:avLst>
              <a:gd name="adj" fmla="val 12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24774" y="1373684"/>
            <a:ext cx="2173361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87770" y="1856184"/>
            <a:ext cx="2047369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Áreas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950" y="2358926"/>
            <a:ext cx="3657600" cy="1007566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1763" y="2358926"/>
            <a:ext cx="0" cy="1007566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726" y="2511326"/>
            <a:ext cx="35240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Tarjetas de Flujo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726" y="2787551"/>
            <a:ext cx="336385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Cada flujo es una tarjeta con nombre, estado, área y fecha.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2501" y="2358926"/>
            <a:ext cx="3657600" cy="1007566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16313" y="2358926"/>
            <a:ext cx="0" cy="1007566"/>
          </a:xfrm>
          <a:prstGeom prst="line">
            <a:avLst/>
          </a:prstGeom>
          <a:noFill/>
          <a:ln w="47625">
            <a:solidFill>
              <a:srgbClr val="3D5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3276" y="2511326"/>
            <a:ext cx="35240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Filtros y Búsqueda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43276" y="2787551"/>
            <a:ext cx="336385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Filtre por estado, área, fecha o texto para buscar.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6360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Tips y Buenas Prácticas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0083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65882"/>
            <a:ext cx="2438400" cy="1302246"/>
          </a:xfrm>
          <a:prstGeom prst="roundRect">
            <a:avLst>
              <a:gd name="adj" fmla="val 78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176" y="1027807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5176" y="1357908"/>
            <a:ext cx="243545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Guardar Frecuentemente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5176" y="1615083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Guarde progreso para evitar pérdida de datos.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269629"/>
            <a:ext cx="2438400" cy="1521321"/>
          </a:xfrm>
          <a:prstGeom prst="roundRect">
            <a:avLst>
              <a:gd name="adj" fmla="val 667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431554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5176" y="2761655"/>
            <a:ext cx="216714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Completar Todos los Campos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5176" y="3237905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Verifique todo antes de avanzar.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73301" y="865882"/>
            <a:ext cx="2438400" cy="1302246"/>
          </a:xfrm>
          <a:prstGeom prst="roundRect">
            <a:avLst>
              <a:gd name="adj" fmla="val 78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60527" y="1027807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0527" y="1357908"/>
            <a:ext cx="243545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Revisar Notificaciones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0527" y="1615083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Manténgase al día para no retrasar.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73301" y="2269629"/>
            <a:ext cx="2438400" cy="1302246"/>
          </a:xfrm>
          <a:prstGeom prst="roundRect">
            <a:avLst>
              <a:gd name="adj" fmla="val 78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60527" y="2431554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60527" y="2761655"/>
            <a:ext cx="255929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Usar Filtros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60527" y="3018830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Aproveche filtros para búsqueda rápida.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38651" y="865882"/>
            <a:ext cx="2438400" cy="1106686"/>
          </a:xfrm>
          <a:prstGeom prst="roundRect">
            <a:avLst>
              <a:gd name="adj" fmla="val 918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25877" y="1027807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25877" y="1357908"/>
            <a:ext cx="243545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Descargar Copias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25877" y="1615083"/>
            <a:ext cx="243545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Guarde copias como respaldo.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38651" y="2074069"/>
            <a:ext cx="2438400" cy="1302246"/>
          </a:xfrm>
          <a:prstGeom prst="roundRect">
            <a:avLst>
              <a:gd name="adj" fmla="val 78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25877" y="2235994"/>
            <a:ext cx="284824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25877" y="2566095"/>
            <a:ext cx="243545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Comunicación Clara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25877" y="2823270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Coordínese con su equipo siempre.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Glory Service Workflow - Instructivo de Uso</dc:title>
  <dc:subject>PptxGenJS Presentation</dc:subject>
  <dc:creator>Glory Service Workflow</dc:creator>
  <cp:lastModifiedBy>Glory Service Workflow</cp:lastModifiedBy>
  <cp:revision>1</cp:revision>
  <dcterms:created xsi:type="dcterms:W3CDTF">2026-04-14T20:46:44Z</dcterms:created>
  <dcterms:modified xsi:type="dcterms:W3CDTF">2026-04-14T20:46:44Z</dcterms:modified>
</cp:coreProperties>
</file>