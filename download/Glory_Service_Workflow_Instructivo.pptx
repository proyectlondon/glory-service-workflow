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ero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2040">
              <a:alpha val="8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/tmp/glory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1103114"/>
            <a:ext cx="762000" cy="7620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74320" y="2119015"/>
            <a:ext cx="8595211" cy="55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80"/>
              </a:lnSpc>
              <a:spcAft>
                <a:spcPts val="1000"/>
              </a:spcAft>
              <a:buNone/>
            </a:pPr>
            <a:r>
              <a:rPr lang="en-US" sz="34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Glory Service Workflow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3249335" y="2764036"/>
            <a:ext cx="2645331" cy="356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00"/>
              </a:lnSpc>
              <a:spcAft>
                <a:spcPts val="2800"/>
              </a:spcAft>
              <a:buNone/>
            </a:pPr>
            <a:r>
              <a:rPr lang="en-US" sz="2000" dirty="0">
                <a:solidFill>
                  <a:srgbClr val="FFFFFF">
                    <a:alpha val="85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Instructivo de Uso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4267200" y="3449836"/>
            <a:ext cx="609600" cy="3810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3554312" y="3792736"/>
            <a:ext cx="2035228" cy="267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FFFFF">
                    <a:alpha val="6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Modelo Hub &amp; Spoke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77701"/>
            <a:ext cx="50750" cy="304800"/>
          </a:xfrm>
          <a:prstGeom prst="roundRect">
            <a:avLst>
              <a:gd name="adj" fmla="val 5004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12750" y="171450"/>
            <a:ext cx="4707992" cy="342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Que es Glory Service Workflow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09600" y="1600349"/>
            <a:ext cx="63401" cy="457200"/>
          </a:xfrm>
          <a:prstGeom prst="roundRect">
            <a:avLst>
              <a:gd name="adj" fmla="val 40063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99951" y="1575048"/>
            <a:ext cx="4959459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Plataforma de gestion de flujos de trabajo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99951" y="1862138"/>
            <a:ext cx="4734029" cy="49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Gestiona formatos de servicio de forma centralizada entre multiples areas.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9600" y="2501801"/>
            <a:ext cx="63401" cy="457200"/>
          </a:xfrm>
          <a:prstGeom prst="roundRect">
            <a:avLst>
              <a:gd name="adj" fmla="val 40063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99951" y="2476500"/>
            <a:ext cx="4959459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Modelo Hub &amp; Spoke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99951" y="2763589"/>
            <a:ext cx="4734029" cy="49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La Ejecutiva de Cuenta es el Hub central. Las dependencias son los Spokes.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9600" y="3403253"/>
            <a:ext cx="63401" cy="457200"/>
          </a:xfrm>
          <a:prstGeom prst="roundRect">
            <a:avLst>
              <a:gd name="adj" fmla="val 40063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9951" y="3377952"/>
            <a:ext cx="4959459" cy="268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Colaboracion multi-area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99951" y="3665041"/>
            <a:ext cx="4734029" cy="49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6 dependencias llenan informacion y devuelven al Hub para completar.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13350" y="1457176"/>
            <a:ext cx="2895600" cy="2787848"/>
          </a:xfrm>
          <a:prstGeom prst="roundRect">
            <a:avLst>
              <a:gd name="adj" fmla="val 4555"/>
            </a:avLst>
          </a:prstGeom>
          <a:solidFill>
            <a:srgbClr val="F0F4F8"/>
          </a:solidFill>
          <a:ln w="9525">
            <a:solidFill>
              <a:srgbClr val="DFE8F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80150" y="1720602"/>
            <a:ext cx="762000" cy="762000"/>
          </a:xfrm>
          <a:prstGeom prst="roundRect">
            <a:avLst>
              <a:gd name="adj" fmla="val 120000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761113" y="1961852"/>
            <a:ext cx="779904" cy="301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HUB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216621" y="2609552"/>
            <a:ext cx="1688910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Ejecutiva de Cuenta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33540" y="2860328"/>
            <a:ext cx="1855220" cy="196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Centro de coordinacion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51550" y="319429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B0C4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547991" y="3276749"/>
            <a:ext cx="2112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83301" y="319429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B0C4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979741" y="3276749"/>
            <a:ext cx="2112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051" y="319429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B0C4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411492" y="3276749"/>
            <a:ext cx="2112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51550" y="362604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B0C4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547991" y="3708499"/>
            <a:ext cx="2112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83301" y="362604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B0C4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979741" y="3708499"/>
            <a:ext cx="2112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051" y="362604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B0C4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11492" y="3708499"/>
            <a:ext cx="2112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77701"/>
            <a:ext cx="50750" cy="304800"/>
          </a:xfrm>
          <a:prstGeom prst="roundRect">
            <a:avLst>
              <a:gd name="adj" fmla="val 5004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12750" y="171450"/>
            <a:ext cx="2013012" cy="342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Como Iniciar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58701" y="930027"/>
            <a:ext cx="533400" cy="533400"/>
          </a:xfrm>
          <a:prstGeom prst="roundRect">
            <a:avLst>
              <a:gd name="adj" fmla="val 19048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58279" y="1049089"/>
            <a:ext cx="185050" cy="318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69802" y="838051"/>
            <a:ext cx="6730901" cy="717352"/>
          </a:xfrm>
          <a:prstGeom prst="roundRect">
            <a:avLst>
              <a:gd name="adj" fmla="val 141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447502" y="965002"/>
            <a:ext cx="701304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Abrir la aplicacion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47502" y="1228427"/>
            <a:ext cx="7013049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Accede a Glory Service Workflow desde tu navegador web.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85751" y="1656904"/>
            <a:ext cx="25301" cy="76200"/>
          </a:xfrm>
          <a:prstGeom prst="rect">
            <a:avLst/>
          </a:prstGeom>
          <a:solidFill>
            <a:srgbClr val="B0C4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58701" y="1926580"/>
            <a:ext cx="533400" cy="533400"/>
          </a:xfrm>
          <a:prstGeom prst="roundRect">
            <a:avLst>
              <a:gd name="adj" fmla="val 19048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58279" y="2045643"/>
            <a:ext cx="185050" cy="318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69802" y="1834604"/>
            <a:ext cx="6730901" cy="717352"/>
          </a:xfrm>
          <a:prstGeom prst="roundRect">
            <a:avLst>
              <a:gd name="adj" fmla="val 141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447502" y="1961555"/>
            <a:ext cx="739557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Landing Page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47502" y="2224980"/>
            <a:ext cx="7013049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Visualiza la pagina de bienvenida del sistema.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85751" y="2653457"/>
            <a:ext cx="25301" cy="76200"/>
          </a:xfrm>
          <a:prstGeom prst="rect">
            <a:avLst/>
          </a:prstGeom>
          <a:solidFill>
            <a:srgbClr val="B0C4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58701" y="2923133"/>
            <a:ext cx="533400" cy="533400"/>
          </a:xfrm>
          <a:prstGeom prst="roundRect">
            <a:avLst>
              <a:gd name="adj" fmla="val 19048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58279" y="3042196"/>
            <a:ext cx="185050" cy="318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69802" y="2831157"/>
            <a:ext cx="6730901" cy="717352"/>
          </a:xfrm>
          <a:prstGeom prst="roundRect">
            <a:avLst>
              <a:gd name="adj" fmla="val 141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447502" y="2958108"/>
            <a:ext cx="701304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Clic en "Comenzar Ahora"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47502" y="3221534"/>
            <a:ext cx="7013049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Presiona el boton para ingresar con tus credenciales.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85751" y="3650010"/>
            <a:ext cx="25301" cy="76200"/>
          </a:xfrm>
          <a:prstGeom prst="rect">
            <a:avLst/>
          </a:prstGeom>
          <a:solidFill>
            <a:srgbClr val="B0C4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58701" y="3919686"/>
            <a:ext cx="533400" cy="533400"/>
          </a:xfrm>
          <a:prstGeom prst="roundRect">
            <a:avLst>
              <a:gd name="adj" fmla="val 19048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58279" y="4038749"/>
            <a:ext cx="185050" cy="318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69802" y="3827711"/>
            <a:ext cx="6730901" cy="717352"/>
          </a:xfrm>
          <a:prstGeom prst="roundRect">
            <a:avLst>
              <a:gd name="adj" fmla="val 141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447502" y="3954661"/>
            <a:ext cx="701304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Dashboard Principal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47502" y="4218087"/>
            <a:ext cx="7013049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Gestiona formatos y accede a todas las funciones.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04651"/>
            <a:ext cx="3221101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Flujo: Dispatcher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780901"/>
            <a:ext cx="457200" cy="3810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996702"/>
            <a:ext cx="7924800" cy="775246"/>
          </a:xfrm>
          <a:prstGeom prst="roundRect">
            <a:avLst>
              <a:gd name="adj" fmla="val 13106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22275" y="1158627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8808" y="1214140"/>
            <a:ext cx="133704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79327" y="1158627"/>
            <a:ext cx="254750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Recibe formato por email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79327" y="1396752"/>
            <a:ext cx="5949092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El Dispatcher recibe la solicitud de formato a traves del correo electronico.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" y="1898898"/>
            <a:ext cx="7924800" cy="775246"/>
          </a:xfrm>
          <a:prstGeom prst="roundRect">
            <a:avLst>
              <a:gd name="adj" fmla="val 13106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22275" y="2060823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38808" y="2116336"/>
            <a:ext cx="133704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79327" y="2060823"/>
            <a:ext cx="2426503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Sube formato al sistema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79327" y="2298948"/>
            <a:ext cx="5204371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Carga el documento en la plataforma de Glory Service Workflow.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600" y="2801094"/>
            <a:ext cx="7924800" cy="775246"/>
          </a:xfrm>
          <a:prstGeom prst="roundRect">
            <a:avLst>
              <a:gd name="adj" fmla="val 13106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2275" y="296301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8808" y="3018532"/>
            <a:ext cx="133704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79327" y="2963019"/>
            <a:ext cx="244318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Completa datos iniciales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79327" y="3201144"/>
            <a:ext cx="5012338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Llena datos del cliente, tipo de servicio, fecha y observaciones.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9600" y="3703290"/>
            <a:ext cx="7924800" cy="775246"/>
          </a:xfrm>
          <a:prstGeom prst="roundRect">
            <a:avLst>
              <a:gd name="adj" fmla="val 13106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2275" y="3865215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38808" y="3920728"/>
            <a:ext cx="133704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79327" y="3865215"/>
            <a:ext cx="273558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Envia a Ejecutiva de Cuenta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79327" y="4103340"/>
            <a:ext cx="4585216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El formato pasa al Hub Central para continuar el proceso.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793950" cy="514350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53901" y="1774329"/>
            <a:ext cx="2834825" cy="15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Aft>
                <a:spcPts val="800"/>
              </a:spcAft>
              <a:buNone/>
            </a:pPr>
            <a:r>
              <a:rPr lang="en-US" sz="1100" spc="200" kern="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HUB CENTRAL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53901" y="2015579"/>
            <a:ext cx="2400456" cy="723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Ejecutiva de Cuenta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53901" y="2812852"/>
            <a:ext cx="355550" cy="38100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3901" y="2977902"/>
            <a:ext cx="2400456" cy="42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FFFFF">
                    <a:alpha val="85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Centro de coordinacion de todo el flujo de trabajo.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047851" y="488156"/>
            <a:ext cx="50750" cy="381000"/>
          </a:xfrm>
          <a:prstGeom prst="roundRect">
            <a:avLst>
              <a:gd name="adj" fmla="val 5004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200102" y="640556"/>
            <a:ext cx="553212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Completa lo que puede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102" y="1056382"/>
            <a:ext cx="5532120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Llena todos los campos dentro de su conocimiento.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47851" y="1574304"/>
            <a:ext cx="50750" cy="381000"/>
          </a:xfrm>
          <a:prstGeom prst="roundRect">
            <a:avLst>
              <a:gd name="adj" fmla="val 5004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200102" y="1726704"/>
            <a:ext cx="553212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Si falta info, escala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102" y="2142530"/>
            <a:ext cx="5532120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Escala el formato a las dependencias correspondientes.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47851" y="2660452"/>
            <a:ext cx="50750" cy="381000"/>
          </a:xfrm>
          <a:prstGeom prst="roundRect">
            <a:avLst>
              <a:gd name="adj" fmla="val 5004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200102" y="2812852"/>
            <a:ext cx="553212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Recibe formatos devueltos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00102" y="3228677"/>
            <a:ext cx="5532120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Monitorea las respuestas y consolida la informacion.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47851" y="3746599"/>
            <a:ext cx="50750" cy="381000"/>
          </a:xfrm>
          <a:prstGeom prst="roundRect">
            <a:avLst>
              <a:gd name="adj" fmla="val 5004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200102" y="3898999"/>
            <a:ext cx="553212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Finaliza y completa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00102" y="4314825"/>
            <a:ext cx="5532120" cy="23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Descarga el documento final con toda la informacion.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77701"/>
            <a:ext cx="50750" cy="304800"/>
          </a:xfrm>
          <a:prstGeom prst="roundRect">
            <a:avLst>
              <a:gd name="adj" fmla="val 5004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12750" y="171450"/>
            <a:ext cx="4498888" cy="342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Escalamiento a Dependencias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7950" y="787301"/>
            <a:ext cx="8636000" cy="231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spcAft>
                <a:spcPts val="200"/>
              </a:spcAft>
              <a:buNone/>
            </a:pPr>
            <a:r>
              <a:rPr lang="en-US" sz="13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Cada dependencia recibe el formato, llena su info y devuelve a la Ejecutiva: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950" y="1128564"/>
            <a:ext cx="2438400" cy="874216"/>
          </a:xfrm>
          <a:prstGeom prst="roundRect">
            <a:avLst>
              <a:gd name="adj" fmla="val 8716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27000" y="1128564"/>
            <a:ext cx="0" cy="874216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8450" y="1255514"/>
            <a:ext cx="2598420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Financiera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8450" y="1512689"/>
            <a:ext cx="2200275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Facturacion, cotizaciones y condiciones de pago.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47851" y="1128564"/>
            <a:ext cx="2438400" cy="874216"/>
          </a:xfrm>
          <a:prstGeom prst="roundRect">
            <a:avLst>
              <a:gd name="adj" fmla="val 8716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066901" y="1128564"/>
            <a:ext cx="0" cy="874216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51" y="1255514"/>
            <a:ext cx="2598420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Operaciones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38351" y="1512689"/>
            <a:ext cx="2200275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Logistica, tiempos de entrega y recursos.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87752" y="1128564"/>
            <a:ext cx="2438400" cy="874216"/>
          </a:xfrm>
          <a:prstGeom prst="roundRect">
            <a:avLst>
              <a:gd name="adj" fmla="val 8716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06802" y="1128564"/>
            <a:ext cx="0" cy="874216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78252" y="1255514"/>
            <a:ext cx="2724150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Juridica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78252" y="1512689"/>
            <a:ext cx="2200275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Contratos, terminos legales y cumplimiento.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950" y="2104281"/>
            <a:ext cx="2438400" cy="874216"/>
          </a:xfrm>
          <a:prstGeom prst="roundRect">
            <a:avLst>
              <a:gd name="adj" fmla="val 8716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527000" y="2104281"/>
            <a:ext cx="0" cy="874216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8450" y="2231231"/>
            <a:ext cx="2598420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Tecnologia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8450" y="2488406"/>
            <a:ext cx="2200275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Especificacion tecnica e integraciones.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047851" y="2104281"/>
            <a:ext cx="2438400" cy="874216"/>
          </a:xfrm>
          <a:prstGeom prst="roundRect">
            <a:avLst>
              <a:gd name="adj" fmla="val 8716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066901" y="2104281"/>
            <a:ext cx="0" cy="874216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38351" y="2231231"/>
            <a:ext cx="2472690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Cadena de Suministro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38351" y="2488406"/>
            <a:ext cx="2200275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Proveedores e inventario de materiales.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87752" y="2104281"/>
            <a:ext cx="2438400" cy="874216"/>
          </a:xfrm>
          <a:prstGeom prst="roundRect">
            <a:avLst>
              <a:gd name="adj" fmla="val 8716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5606802" y="2104281"/>
            <a:ext cx="0" cy="874216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78252" y="2231231"/>
            <a:ext cx="2472690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Soporte de Servicio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778252" y="2488406"/>
            <a:ext cx="2472690" cy="196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Niveles de servicio y SLAs.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28451"/>
            <a:ext cx="3834743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Devolver y Continuar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704701"/>
            <a:ext cx="457200" cy="3810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869752"/>
            <a:ext cx="3936950" cy="952798"/>
          </a:xfrm>
          <a:prstGeom prst="roundRect">
            <a:avLst>
              <a:gd name="adj" fmla="val 7997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1525" y="1006227"/>
            <a:ext cx="3974410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A9D8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Paso 1: Llenar informacion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1525" y="1364903"/>
            <a:ext cx="3974410" cy="196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La dependencia completa los campos de su area.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09600" y="1924050"/>
            <a:ext cx="3936950" cy="952798"/>
          </a:xfrm>
          <a:prstGeom prst="roundRect">
            <a:avLst>
              <a:gd name="adj" fmla="val 7997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71525" y="2060525"/>
            <a:ext cx="3974410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A9D8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Paso 2: Devolver a Ejecutiva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1525" y="2419201"/>
            <a:ext cx="3974410" cy="196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Presiona "Devolver a Ejecutiva" para enviar al Hub.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9600" y="2978348"/>
            <a:ext cx="3936950" cy="952798"/>
          </a:xfrm>
          <a:prstGeom prst="roundRect">
            <a:avLst>
              <a:gd name="adj" fmla="val 7997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71525" y="3114824"/>
            <a:ext cx="3974410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A9D8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Paso 3: Decision de la Ejecutiva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1525" y="3473500"/>
            <a:ext cx="3974410" cy="196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Revisa y decide: escalar mas o completar.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03602" y="1496467"/>
            <a:ext cx="2412950" cy="1293763"/>
          </a:xfrm>
          <a:prstGeom prst="roundRect">
            <a:avLst>
              <a:gd name="adj" fmla="val 7853"/>
            </a:avLst>
          </a:prstGeom>
          <a:solidFill>
            <a:srgbClr val="2A9D8F">
              <a:alpha val="15000"/>
            </a:srgbClr>
          </a:solidFill>
          <a:ln w="19050">
            <a:solidFill>
              <a:srgbClr val="2A9D8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897435" y="1693218"/>
            <a:ext cx="26252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Devolver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149866" y="2048768"/>
            <a:ext cx="2120421" cy="588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>
                    <a:alpha val="6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El boton que cada dependencia usa al completar su parte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03602" y="2891730"/>
            <a:ext cx="1143000" cy="412552"/>
          </a:xfrm>
          <a:prstGeom prst="roundRect">
            <a:avLst>
              <a:gd name="adj" fmla="val 1847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004114" y="3002756"/>
            <a:ext cx="11419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Escalar mas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48102" y="2891730"/>
            <a:ext cx="1143000" cy="412552"/>
          </a:xfrm>
          <a:prstGeom prst="roundRect">
            <a:avLst>
              <a:gd name="adj" fmla="val 18470"/>
            </a:avLst>
          </a:prstGeom>
          <a:solidFill>
            <a:srgbClr val="2A9D8F">
              <a:alpha val="20000"/>
            </a:srgbClr>
          </a:solidFill>
          <a:ln w="9525">
            <a:solidFill>
              <a:srgbClr val="2A9D8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20986" y="3002756"/>
            <a:ext cx="119723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Completar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77701"/>
            <a:ext cx="50750" cy="304800"/>
          </a:xfrm>
          <a:prstGeom prst="roundRect">
            <a:avLst>
              <a:gd name="adj" fmla="val 5004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12750" y="171450"/>
            <a:ext cx="2313258" cy="342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Editar Campos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09600" y="863501"/>
            <a:ext cx="3936950" cy="1020217"/>
          </a:xfrm>
          <a:prstGeom prst="roundRect">
            <a:avLst>
              <a:gd name="adj" fmla="val 9959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7301" y="1015901"/>
            <a:ext cx="41545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Agregar campos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87301" y="1304776"/>
            <a:ext cx="3760626" cy="460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Usa "Agregar Campo" para incluir nueva informacion requerida.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9600" y="2010668"/>
            <a:ext cx="3936950" cy="1020217"/>
          </a:xfrm>
          <a:prstGeom prst="roundRect">
            <a:avLst>
              <a:gd name="adj" fmla="val 9959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87301" y="2163068"/>
            <a:ext cx="393970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Editar existentes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7301" y="2451943"/>
            <a:ext cx="3760626" cy="460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Haz clic en el campo, actualiza el contenido y guarda.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600" y="3157835"/>
            <a:ext cx="3936950" cy="1020217"/>
          </a:xfrm>
          <a:prstGeom prst="roundRect">
            <a:avLst>
              <a:gd name="adj" fmla="val 9959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87301" y="3310235"/>
            <a:ext cx="393970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Eliminar campos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87301" y="3599111"/>
            <a:ext cx="3760626" cy="460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Selecciona y elimina si la informacion no es necesaria.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00451" y="863501"/>
            <a:ext cx="3429000" cy="1999952"/>
          </a:xfrm>
          <a:prstGeom prst="roundRect">
            <a:avLst>
              <a:gd name="adj" fmla="val 5080"/>
            </a:avLst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78152" y="1041202"/>
            <a:ext cx="356537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2A9D8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Tipos de Campo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78152" y="1442740"/>
            <a:ext cx="76200" cy="76200"/>
          </a:xfrm>
          <a:prstGeom prst="roundRect">
            <a:avLst>
              <a:gd name="adj" fmla="val 33333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155853" y="1380827"/>
            <a:ext cx="933254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Texto libre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78152" y="1718965"/>
            <a:ext cx="76200" cy="76200"/>
          </a:xfrm>
          <a:prstGeom prst="roundRect">
            <a:avLst>
              <a:gd name="adj" fmla="val 33333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5853" y="1657052"/>
            <a:ext cx="2387164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Seleccion unica (dropdown)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78152" y="1995190"/>
            <a:ext cx="76200" cy="76200"/>
          </a:xfrm>
          <a:prstGeom prst="roundRect">
            <a:avLst>
              <a:gd name="adj" fmla="val 33333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155853" y="1933277"/>
            <a:ext cx="1985352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Texto largo / multilinea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78152" y="2271415"/>
            <a:ext cx="76200" cy="76200"/>
          </a:xfrm>
          <a:prstGeom prst="roundRect">
            <a:avLst>
              <a:gd name="adj" fmla="val 33333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155853" y="2209502"/>
            <a:ext cx="161251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Numerico / Monto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78152" y="2547640"/>
            <a:ext cx="76200" cy="76200"/>
          </a:xfrm>
          <a:prstGeom prst="roundRect">
            <a:avLst>
              <a:gd name="adj" fmla="val 33333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155853" y="2485727"/>
            <a:ext cx="548506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Fecha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00451" y="2990404"/>
            <a:ext cx="3429000" cy="972145"/>
          </a:xfrm>
          <a:prstGeom prst="roundRect">
            <a:avLst>
              <a:gd name="adj" fmla="val 10451"/>
            </a:avLst>
          </a:prstGeom>
          <a:solidFill>
            <a:srgbClr val="2A9D8F">
              <a:alpha val="8000"/>
            </a:srgbClr>
          </a:solidFill>
          <a:ln w="9525">
            <a:solidFill>
              <a:srgbClr val="2A9D8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987677" y="3152329"/>
            <a:ext cx="3543276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A9D8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Importante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87677" y="3409504"/>
            <a:ext cx="3207276" cy="42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Solo el area asignada puede editar sus campos. Los demas son de solo lectura.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77701"/>
            <a:ext cx="50750" cy="304800"/>
          </a:xfrm>
          <a:prstGeom prst="roundRect">
            <a:avLst>
              <a:gd name="adj" fmla="val 5004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12750" y="171450"/>
            <a:ext cx="3468998" cy="342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Completar y Descargar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7950" y="812750"/>
            <a:ext cx="2387501" cy="1559719"/>
          </a:xfrm>
          <a:prstGeom prst="roundRect">
            <a:avLst>
              <a:gd name="adj" fmla="val 81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460450" y="990451"/>
            <a:ext cx="482501" cy="482501"/>
          </a:xfrm>
          <a:prstGeom prst="roundRect">
            <a:avLst>
              <a:gd name="adj" fmla="val 189513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642021" y="1093589"/>
            <a:ext cx="164512" cy="298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2714" y="1574453"/>
            <a:ext cx="1217825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Revisar todo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8283" y="1831628"/>
            <a:ext cx="2186836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Verifica que toda la info este completa.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047851" y="812750"/>
            <a:ext cx="2387501" cy="1559719"/>
          </a:xfrm>
          <a:prstGeom prst="roundRect">
            <a:avLst>
              <a:gd name="adj" fmla="val 81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000351" y="990451"/>
            <a:ext cx="482501" cy="482501"/>
          </a:xfrm>
          <a:prstGeom prst="roundRect">
            <a:avLst>
              <a:gd name="adj" fmla="val 189513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181921" y="1093589"/>
            <a:ext cx="164512" cy="298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48602" y="1574453"/>
            <a:ext cx="1785851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Completar formato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48184" y="1831628"/>
            <a:ext cx="2186836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Presiona "Completar" para finalizar.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87752" y="812750"/>
            <a:ext cx="2387501" cy="1559719"/>
          </a:xfrm>
          <a:prstGeom prst="roundRect">
            <a:avLst>
              <a:gd name="adj" fmla="val 81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40252" y="990451"/>
            <a:ext cx="482501" cy="482501"/>
          </a:xfrm>
          <a:prstGeom prst="roundRect">
            <a:avLst>
              <a:gd name="adj" fmla="val 189513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21822" y="1093589"/>
            <a:ext cx="164512" cy="298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91475" y="1574453"/>
            <a:ext cx="1579906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Descargar Word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88084" y="1831628"/>
            <a:ext cx="2186836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3D5A8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 genera un documento Word consolidado.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7950" y="2524869"/>
            <a:ext cx="8128099" cy="794147"/>
          </a:xfrm>
          <a:prstGeom prst="roundRect">
            <a:avLst>
              <a:gd name="adj" fmla="val 12794"/>
            </a:avLst>
          </a:prstGeom>
          <a:solidFill>
            <a:srgbClr val="1220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36550" y="2705993"/>
            <a:ext cx="431750" cy="431750"/>
          </a:xfrm>
          <a:prstGeom prst="roundRect">
            <a:avLst>
              <a:gd name="adj" fmla="val 23532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2013" y="2802731"/>
            <a:ext cx="23507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20701" y="2702570"/>
            <a:ext cx="5543743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Documento Final Consolidado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20701" y="2959745"/>
            <a:ext cx="5543743" cy="196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El archivo Word contiene info de Dispatcher, Ejecutiva y las 6 dependencias.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79350"/>
            <a:ext cx="4192674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Tips y Buenas Practicas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755600"/>
            <a:ext cx="457200" cy="38100"/>
          </a:xfrm>
          <a:prstGeom prst="rect">
            <a:avLst/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946100"/>
            <a:ext cx="3810000" cy="1171426"/>
          </a:xfrm>
          <a:prstGeom prst="roundRect">
            <a:avLst>
              <a:gd name="adj" fmla="val 6505"/>
            </a:avLst>
          </a:prstGeom>
          <a:solidFill>
            <a:srgbClr val="2A9D8F">
              <a:alpha val="12000"/>
            </a:srgbClr>
          </a:solidFill>
          <a:ln w="9525">
            <a:solidFill>
              <a:srgbClr val="2A9D8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96826" y="1082576"/>
            <a:ext cx="3779103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A9D8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Para la Ejecutiva de Cuenta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96826" y="1352401"/>
            <a:ext cx="3435548" cy="666369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Revisa el formato antes de escalar</a:t>
            </a:r>
            <a:endParaRPr lang="en-US" sz="1100" dirty="0"/>
          </a:p>
          <a:p>
            <a:pPr algn="l" marL="88900" indent="-889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Escala solo a las areas necesarias</a:t>
            </a:r>
            <a:endParaRPr lang="en-US" sz="1100" dirty="0"/>
          </a:p>
          <a:p>
            <a:pPr algn="l" marL="88900" indent="-889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Da seguimiento a los pendientes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09600" y="2244477"/>
            <a:ext cx="3810000" cy="1171426"/>
          </a:xfrm>
          <a:prstGeom prst="roundRect">
            <a:avLst>
              <a:gd name="adj" fmla="val 6505"/>
            </a:avLst>
          </a:prstGeom>
          <a:solidFill>
            <a:srgbClr val="2A9D8F">
              <a:alpha val="12000"/>
            </a:srgbClr>
          </a:solidFill>
          <a:ln w="9525">
            <a:solidFill>
              <a:srgbClr val="2A9D8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96826" y="2380952"/>
            <a:ext cx="3779103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A9D8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Para las Dependencias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6826" y="2650778"/>
            <a:ext cx="3435548" cy="666369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Responde en el menor tiempo posible</a:t>
            </a:r>
            <a:endParaRPr lang="en-US" sz="1100" dirty="0"/>
          </a:p>
          <a:p>
            <a:pPr algn="l" marL="88900" indent="-889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Solo edita los campos de tu area</a:t>
            </a:r>
            <a:endParaRPr lang="en-US" sz="1100" dirty="0"/>
          </a:p>
          <a:p>
            <a:pPr algn="l" marL="88900" indent="-889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 dejes campos vacios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2750" y="946100"/>
            <a:ext cx="3403550" cy="1171426"/>
          </a:xfrm>
          <a:prstGeom prst="roundRect">
            <a:avLst>
              <a:gd name="adj" fmla="val 6505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09976" y="1082576"/>
            <a:ext cx="3574337" cy="23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Buenas Practicas Generales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9976" y="1352401"/>
            <a:ext cx="3029099" cy="666369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Mantener info actualizada</a:t>
            </a:r>
            <a:endParaRPr lang="en-US" sz="1100" dirty="0"/>
          </a:p>
          <a:p>
            <a:pPr algn="l" marL="88900" indent="-889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Nombres descriptivos en campos</a:t>
            </a:r>
            <a:endParaRPr lang="en-US" sz="1100" dirty="0"/>
          </a:p>
          <a:p>
            <a:pPr algn="l" marL="88900" indent="-88900">
              <a:lnSpc>
                <a:spcPts val="165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Verificar datos antes de devolver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22750" y="2244477"/>
            <a:ext cx="3403550" cy="1083618"/>
          </a:xfrm>
          <a:prstGeom prst="roundRect">
            <a:avLst>
              <a:gd name="adj" fmla="val 7032"/>
            </a:avLst>
          </a:prstGeom>
          <a:solidFill>
            <a:srgbClr val="2A9D8F">
              <a:alpha val="20000"/>
            </a:srgbClr>
          </a:solidFill>
          <a:ln w="9525">
            <a:solidFill>
              <a:srgbClr val="2A9D8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07066" y="2431703"/>
            <a:ext cx="3634919" cy="3188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A9D8F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Flujo Eficiente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34249" y="2777728"/>
            <a:ext cx="3180554" cy="39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 formato bien completado beneficia a toda la organizacion.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2026-04-14T22:54:17Z</dcterms:created>
  <dcterms:modified xsi:type="dcterms:W3CDTF">2026-04-14T22:54:17Z</dcterms:modified>
</cp:coreProperties>
</file>